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6B9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7" d="100"/>
          <a:sy n="47" d="100"/>
        </p:scale>
        <p:origin x="94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F79ED3-1B87-9976-E234-0A06BBAC98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863DECD-6484-79B1-94CF-55BEBBE96B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8BBF7B-57F1-04F6-BEBC-944AACAB2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82348-1571-4D1A-B17B-77DAD7B9B937}" type="datetimeFigureOut">
              <a:rPr lang="es-MX" smtClean="0"/>
              <a:t>03/11/2025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E63C44A-12D7-4CFA-9020-6EFB78640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6CE2FD-D3BF-2147-93D0-2BE019CA9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0F202-1A07-4FE2-A1B6-89EFBC99296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07187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D1C559-7F02-EAF2-BF2D-06C0DA9DD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00425DF-57C9-B914-847E-B83C1466F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615FC00-33F9-F750-CF30-BECB62274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82348-1571-4D1A-B17B-77DAD7B9B937}" type="datetimeFigureOut">
              <a:rPr lang="es-MX" smtClean="0"/>
              <a:t>03/11/2025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B957459-10AC-5186-7133-1850994D0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BEC0DC3-4248-155F-BBC5-D3CA27C9B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0F202-1A07-4FE2-A1B6-89EFBC99296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36825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7B5079-13B2-E28D-A245-EA84BAD37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69F42E9-5677-4EFE-CBB2-01E7860A6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DFBEA1C-6834-95E5-5282-0AF56DF16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82348-1571-4D1A-B17B-77DAD7B9B937}" type="datetimeFigureOut">
              <a:rPr lang="es-MX" smtClean="0"/>
              <a:t>03/11/2025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E2C720-720C-90E7-7BD8-955A195F5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B3422B0-A999-E835-BF89-B45B21F8A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0F202-1A07-4FE2-A1B6-89EFBC99296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05258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CE06D3-BA4D-66C5-1CC4-A63D5FB0D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8D717F-1D9B-4349-770B-43AFCCE908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49F7E81-CB86-EADC-FD36-DA7461B139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2557D6F-C38D-627A-9D43-32CBF99A4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82348-1571-4D1A-B17B-77DAD7B9B937}" type="datetimeFigureOut">
              <a:rPr lang="es-MX" smtClean="0"/>
              <a:t>03/11/2025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8694DD2-13C8-37C7-E6DC-82F6A5CE6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6DB003E-B189-28AD-7EBE-798138038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0F202-1A07-4FE2-A1B6-89EFBC99296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7683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27A5AA-0846-91CC-7085-D560651CE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397C7E4-312B-BF8C-1D15-36637CFBA3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FBAA20B-84F1-8C62-1AB0-89E3E5FC7F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A9EB029-0F39-360B-4E5E-F65E1595BA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1ACF203-586F-DA87-9217-3F26F8DE48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9C99E45-0497-6EAA-10CA-BD9C81592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82348-1571-4D1A-B17B-77DAD7B9B937}" type="datetimeFigureOut">
              <a:rPr lang="es-MX" smtClean="0"/>
              <a:t>03/11/2025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F2C57F2-E3E5-8AF7-5715-5A91E1E5C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D481364-C773-7CEE-1423-669B282F7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0F202-1A07-4FE2-A1B6-89EFBC99296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45857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227B03-D9A1-DA8A-A297-F752CCB93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B09CB8B-1970-F93C-7D1F-7D1D9E387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82348-1571-4D1A-B17B-77DAD7B9B937}" type="datetimeFigureOut">
              <a:rPr lang="es-MX" smtClean="0"/>
              <a:t>03/11/2025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850EA6C-EF18-3B0A-D45C-D34492331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0C5013C-89A5-A4BF-C7A3-81627F405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0F202-1A07-4FE2-A1B6-89EFBC99296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85260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54BC6B3-9FD1-55C4-FF18-F964F371B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82348-1571-4D1A-B17B-77DAD7B9B937}" type="datetimeFigureOut">
              <a:rPr lang="es-MX" smtClean="0"/>
              <a:t>03/11/2025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12B59BA-00D5-6089-7BF9-AC942A1F4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2F69180-CC0A-B7CC-939B-5BE798C07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0F202-1A07-4FE2-A1B6-89EFBC99296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71651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FEF910-06D5-6988-149C-85EE10F17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3DADD1-BFA2-68D6-ABC7-6C5B32B210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01453B8-E762-D919-E7F6-F2F069291A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80D81CF-ED80-7BCE-D4E3-3FB512E9B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82348-1571-4D1A-B17B-77DAD7B9B937}" type="datetimeFigureOut">
              <a:rPr lang="es-MX" smtClean="0"/>
              <a:t>03/11/2025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34B375F-6429-161A-AD6E-9EF6FDD87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DFD7B71-F990-C8DA-ABFD-AD1D62A41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0F202-1A07-4FE2-A1B6-89EFBC99296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58609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4DA239-C2A7-0E0B-5568-0E57BD312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4A245EB-DCBF-7F9E-5F03-0D5EF19194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121F617-D041-4F9E-89A0-66822C5237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C600952-48B6-830F-4889-05F602C1B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82348-1571-4D1A-B17B-77DAD7B9B937}" type="datetimeFigureOut">
              <a:rPr lang="es-MX" smtClean="0"/>
              <a:t>03/11/2025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086739D-9A7E-107E-52BA-FA0191CBA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50260F7-BD93-B58C-DA18-76DC54DD9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0F202-1A07-4FE2-A1B6-89EFBC99296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61184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3808F8-B040-6578-7541-BF3086E5F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BD184E9-B75C-AE70-79CA-04729B319C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4E66F5D-8381-E973-4463-B505B2D8E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82348-1571-4D1A-B17B-77DAD7B9B937}" type="datetimeFigureOut">
              <a:rPr lang="es-MX" smtClean="0"/>
              <a:t>03/11/2025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AE709C1-1FDA-547B-2193-C62D26164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995FE6-0C2E-65A4-1E04-8B3B06B89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0F202-1A07-4FE2-A1B6-89EFBC99296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4641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C8F2927-AAF6-E669-6638-C69E9D6A3D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FBD0ED6-D65B-E920-A97E-F68C747D4B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7A5687-BE4C-4410-1399-3D26061E6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82348-1571-4D1A-B17B-77DAD7B9B937}" type="datetimeFigureOut">
              <a:rPr lang="es-MX" smtClean="0"/>
              <a:t>03/11/2025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8159E66-032C-2780-0161-BDAB401B2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402208F-8F82-BC8F-AA19-933609317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0F202-1A07-4FE2-A1B6-89EFBC99296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495390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21DB4B2-54BD-DCB7-527F-F49AE5B70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E5131F9-5576-AA90-00B3-88622C1EED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6AD342-1EF5-1166-5A68-1C7DA87ABC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782348-1571-4D1A-B17B-77DAD7B9B937}" type="datetimeFigureOut">
              <a:rPr lang="es-MX" smtClean="0"/>
              <a:t>03/11/2025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42DCE63-5C02-A1A2-7296-8B62DC33D6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F3C8D2-04A2-1D26-FA1D-8D651F2C23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60F202-1A07-4FE2-A1B6-89EFBC99296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82813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FD6ECA3-CCFB-6782-7A6C-97FF3C43A9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2545" y="-103199"/>
            <a:ext cx="1442545" cy="144254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8C1F81E-31C8-53B1-5FF1-8DCADF5CBD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2723271" cy="115864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AC44443-373D-4B7D-5C08-1CBF27186F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1873" y="0"/>
            <a:ext cx="2100127" cy="824471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210B0736-864B-F046-D4FB-7058295D524D}"/>
              </a:ext>
            </a:extLst>
          </p:cNvPr>
          <p:cNvSpPr/>
          <p:nvPr/>
        </p:nvSpPr>
        <p:spPr>
          <a:xfrm>
            <a:off x="1818185" y="1784719"/>
            <a:ext cx="1415580" cy="4509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8B40660-07D7-891B-41F5-805952483424}"/>
              </a:ext>
            </a:extLst>
          </p:cNvPr>
          <p:cNvSpPr txBox="1"/>
          <p:nvPr/>
        </p:nvSpPr>
        <p:spPr>
          <a:xfrm>
            <a:off x="402605" y="1845126"/>
            <a:ext cx="1415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Clave CGCA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ACD12F1-F58D-F512-709C-7FE788464201}"/>
              </a:ext>
            </a:extLst>
          </p:cNvPr>
          <p:cNvSpPr txBox="1"/>
          <p:nvPr/>
        </p:nvSpPr>
        <p:spPr>
          <a:xfrm>
            <a:off x="3306453" y="1706625"/>
            <a:ext cx="10338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Año de </a:t>
            </a:r>
          </a:p>
          <a:p>
            <a:r>
              <a:rPr lang="es-MX" dirty="0"/>
              <a:t>apertura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CB3CDE6C-731F-CFB2-628D-68C76A9D81AA}"/>
              </a:ext>
            </a:extLst>
          </p:cNvPr>
          <p:cNvSpPr/>
          <p:nvPr/>
        </p:nvSpPr>
        <p:spPr>
          <a:xfrm>
            <a:off x="4354946" y="1770452"/>
            <a:ext cx="1415580" cy="4509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89E04F6-574D-685C-A027-C12C30F07C6B}"/>
              </a:ext>
            </a:extLst>
          </p:cNvPr>
          <p:cNvSpPr txBox="1"/>
          <p:nvPr/>
        </p:nvSpPr>
        <p:spPr>
          <a:xfrm>
            <a:off x="5785210" y="1708267"/>
            <a:ext cx="13940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Fondo </a:t>
            </a:r>
          </a:p>
          <a:p>
            <a:r>
              <a:rPr lang="es-MX" dirty="0"/>
              <a:t>documental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545F2402-3729-C8AF-A841-D84A1FD2341F}"/>
              </a:ext>
            </a:extLst>
          </p:cNvPr>
          <p:cNvSpPr/>
          <p:nvPr/>
        </p:nvSpPr>
        <p:spPr>
          <a:xfrm>
            <a:off x="7215474" y="1811147"/>
            <a:ext cx="1415580" cy="4509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FCBEF321-A22E-F7C8-CE87-A954DD8EA984}"/>
              </a:ext>
            </a:extLst>
          </p:cNvPr>
          <p:cNvSpPr txBox="1"/>
          <p:nvPr/>
        </p:nvSpPr>
        <p:spPr>
          <a:xfrm>
            <a:off x="540219" y="2471432"/>
            <a:ext cx="2385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Unidad Administrativa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BF908CD-853A-B49C-9F7F-01BAEC3E9347}"/>
              </a:ext>
            </a:extLst>
          </p:cNvPr>
          <p:cNvSpPr/>
          <p:nvPr/>
        </p:nvSpPr>
        <p:spPr>
          <a:xfrm>
            <a:off x="3044253" y="2430611"/>
            <a:ext cx="2797746" cy="4101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209FD75A-705C-1D7D-F1F2-3E420443151A}"/>
              </a:ext>
            </a:extLst>
          </p:cNvPr>
          <p:cNvSpPr txBox="1"/>
          <p:nvPr/>
        </p:nvSpPr>
        <p:spPr>
          <a:xfrm>
            <a:off x="6773103" y="2451021"/>
            <a:ext cx="1863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Área Generadora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BD859F20-9197-A5E9-2531-31F898FFF01E}"/>
              </a:ext>
            </a:extLst>
          </p:cNvPr>
          <p:cNvSpPr/>
          <p:nvPr/>
        </p:nvSpPr>
        <p:spPr>
          <a:xfrm>
            <a:off x="8811536" y="2437085"/>
            <a:ext cx="2797746" cy="4101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11DF6DBC-E32A-B260-B967-ACA870A6AA09}"/>
              </a:ext>
            </a:extLst>
          </p:cNvPr>
          <p:cNvSpPr txBox="1"/>
          <p:nvPr/>
        </p:nvSpPr>
        <p:spPr>
          <a:xfrm>
            <a:off x="8733523" y="1687039"/>
            <a:ext cx="13404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Número de </a:t>
            </a:r>
            <a:br>
              <a:rPr lang="es-MX" dirty="0"/>
            </a:br>
            <a:r>
              <a:rPr lang="es-MX" dirty="0"/>
              <a:t>expediente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91F33B93-593B-AC7C-A91C-0025359C49BE}"/>
              </a:ext>
            </a:extLst>
          </p:cNvPr>
          <p:cNvSpPr/>
          <p:nvPr/>
        </p:nvSpPr>
        <p:spPr>
          <a:xfrm>
            <a:off x="10121624" y="1797336"/>
            <a:ext cx="1415580" cy="4509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1DE561CB-143C-DC08-76FC-1A3CC2C1ACC9}"/>
              </a:ext>
            </a:extLst>
          </p:cNvPr>
          <p:cNvSpPr txBox="1"/>
          <p:nvPr/>
        </p:nvSpPr>
        <p:spPr>
          <a:xfrm>
            <a:off x="442429" y="3115160"/>
            <a:ext cx="2895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Descripción del expediente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D287BE3E-39C2-A752-A908-258E3F5B630E}"/>
              </a:ext>
            </a:extLst>
          </p:cNvPr>
          <p:cNvSpPr/>
          <p:nvPr/>
        </p:nvSpPr>
        <p:spPr>
          <a:xfrm>
            <a:off x="540219" y="3484492"/>
            <a:ext cx="10977208" cy="89089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D65CD9BA-BB99-07DA-03FA-056AE5CC8BC5}"/>
              </a:ext>
            </a:extLst>
          </p:cNvPr>
          <p:cNvSpPr txBox="1"/>
          <p:nvPr/>
        </p:nvSpPr>
        <p:spPr>
          <a:xfrm>
            <a:off x="442429" y="4512785"/>
            <a:ext cx="19910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Fecha de apertura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846E9F4D-9EA5-C658-4427-AF7E41E2762E}"/>
              </a:ext>
            </a:extLst>
          </p:cNvPr>
          <p:cNvSpPr/>
          <p:nvPr/>
        </p:nvSpPr>
        <p:spPr>
          <a:xfrm>
            <a:off x="2489950" y="4486067"/>
            <a:ext cx="2143916" cy="41073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 err="1"/>
              <a:t>dd</a:t>
            </a:r>
            <a:r>
              <a:rPr lang="es-MX" dirty="0"/>
              <a:t>-mm-</a:t>
            </a:r>
            <a:r>
              <a:rPr lang="es-MX" dirty="0" err="1"/>
              <a:t>aaaa</a:t>
            </a:r>
            <a:endParaRPr lang="es-MX" dirty="0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87966559-4288-4657-F98A-71D555A7796A}"/>
              </a:ext>
            </a:extLst>
          </p:cNvPr>
          <p:cNvSpPr txBox="1"/>
          <p:nvPr/>
        </p:nvSpPr>
        <p:spPr>
          <a:xfrm>
            <a:off x="6722688" y="4560052"/>
            <a:ext cx="19910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Fecha de apertura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F5AE571C-9B90-C126-DE8D-62FB299A8BFE}"/>
              </a:ext>
            </a:extLst>
          </p:cNvPr>
          <p:cNvSpPr/>
          <p:nvPr/>
        </p:nvSpPr>
        <p:spPr>
          <a:xfrm>
            <a:off x="8713746" y="4512785"/>
            <a:ext cx="2143916" cy="41073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 err="1"/>
              <a:t>dd</a:t>
            </a:r>
            <a:r>
              <a:rPr lang="es-MX" dirty="0"/>
              <a:t>-mm-</a:t>
            </a:r>
            <a:r>
              <a:rPr lang="es-MX" dirty="0" err="1"/>
              <a:t>aaaa</a:t>
            </a:r>
            <a:endParaRPr lang="es-MX" dirty="0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D8CD651D-1434-9A41-E3AE-1CC0842CD3DF}"/>
              </a:ext>
            </a:extLst>
          </p:cNvPr>
          <p:cNvSpPr txBox="1"/>
          <p:nvPr/>
        </p:nvSpPr>
        <p:spPr>
          <a:xfrm>
            <a:off x="442429" y="5173733"/>
            <a:ext cx="8376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Legajo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23875C87-C7D9-5FE9-1469-4652D75A0174}"/>
              </a:ext>
            </a:extLst>
          </p:cNvPr>
          <p:cNvSpPr txBox="1"/>
          <p:nvPr/>
        </p:nvSpPr>
        <p:spPr>
          <a:xfrm>
            <a:off x="2616290" y="5144335"/>
            <a:ext cx="10052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Total de </a:t>
            </a:r>
          </a:p>
          <a:p>
            <a:r>
              <a:rPr lang="es-MX" dirty="0"/>
              <a:t>legajos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85744B70-C310-8498-02F8-F7B7D7B28715}"/>
              </a:ext>
            </a:extLst>
          </p:cNvPr>
          <p:cNvSpPr txBox="1"/>
          <p:nvPr/>
        </p:nvSpPr>
        <p:spPr>
          <a:xfrm>
            <a:off x="4988718" y="5076053"/>
            <a:ext cx="11868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Folios del </a:t>
            </a:r>
          </a:p>
          <a:p>
            <a:r>
              <a:rPr lang="es-MX" dirty="0"/>
              <a:t>legajo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C10F91E2-5361-2AFC-540D-70E96584A865}"/>
              </a:ext>
            </a:extLst>
          </p:cNvPr>
          <p:cNvSpPr txBox="1"/>
          <p:nvPr/>
        </p:nvSpPr>
        <p:spPr>
          <a:xfrm>
            <a:off x="7519582" y="5060922"/>
            <a:ext cx="12861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Folios del </a:t>
            </a:r>
          </a:p>
          <a:p>
            <a:r>
              <a:rPr lang="es-MX" dirty="0"/>
              <a:t>expediente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1C93943C-2219-63F8-0ECA-6C9C3C29DE1F}"/>
              </a:ext>
            </a:extLst>
          </p:cNvPr>
          <p:cNvSpPr/>
          <p:nvPr/>
        </p:nvSpPr>
        <p:spPr>
          <a:xfrm>
            <a:off x="2761236" y="5895797"/>
            <a:ext cx="4569015" cy="4509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300A41CE-5689-C520-815F-C9315AEBF945}"/>
              </a:ext>
            </a:extLst>
          </p:cNvPr>
          <p:cNvSpPr/>
          <p:nvPr/>
        </p:nvSpPr>
        <p:spPr>
          <a:xfrm>
            <a:off x="3621565" y="5173733"/>
            <a:ext cx="1153456" cy="4509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AB835FF1-C114-77C2-E696-39B860E33C71}"/>
              </a:ext>
            </a:extLst>
          </p:cNvPr>
          <p:cNvSpPr/>
          <p:nvPr/>
        </p:nvSpPr>
        <p:spPr>
          <a:xfrm>
            <a:off x="6176796" y="5181050"/>
            <a:ext cx="1153456" cy="4509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33E3B715-1357-D40C-3399-7DDCA17107F6}"/>
              </a:ext>
            </a:extLst>
          </p:cNvPr>
          <p:cNvSpPr/>
          <p:nvPr/>
        </p:nvSpPr>
        <p:spPr>
          <a:xfrm>
            <a:off x="8805703" y="5158600"/>
            <a:ext cx="1153456" cy="4509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A95C0D81-214B-C3D5-3B74-85F3BC1141AF}"/>
              </a:ext>
            </a:extLst>
          </p:cNvPr>
          <p:cNvSpPr txBox="1"/>
          <p:nvPr/>
        </p:nvSpPr>
        <p:spPr>
          <a:xfrm>
            <a:off x="442429" y="5886924"/>
            <a:ext cx="2272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Archivo de resguardo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DAE1E177-8245-4447-5EC0-1DA080D75212}"/>
              </a:ext>
            </a:extLst>
          </p:cNvPr>
          <p:cNvSpPr txBox="1"/>
          <p:nvPr/>
        </p:nvSpPr>
        <p:spPr>
          <a:xfrm>
            <a:off x="7305616" y="5823495"/>
            <a:ext cx="1198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Estantería</a:t>
            </a: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81C36B06-5001-6FD7-2847-B2E1ACD3AE27}"/>
              </a:ext>
            </a:extLst>
          </p:cNvPr>
          <p:cNvSpPr/>
          <p:nvPr/>
        </p:nvSpPr>
        <p:spPr>
          <a:xfrm>
            <a:off x="8509136" y="5904435"/>
            <a:ext cx="1153456" cy="4509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25B4D9D4-0C8D-D0A6-6811-61F49CDDD0AA}"/>
              </a:ext>
            </a:extLst>
          </p:cNvPr>
          <p:cNvSpPr txBox="1"/>
          <p:nvPr/>
        </p:nvSpPr>
        <p:spPr>
          <a:xfrm>
            <a:off x="9650679" y="578121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Caja</a:t>
            </a:r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989BBFB1-B62D-A523-0431-3C6D29F85196}"/>
              </a:ext>
            </a:extLst>
          </p:cNvPr>
          <p:cNvSpPr/>
          <p:nvPr/>
        </p:nvSpPr>
        <p:spPr>
          <a:xfrm>
            <a:off x="10382910" y="5851108"/>
            <a:ext cx="1153456" cy="4509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3372196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41</Words>
  <Application>Microsoft Office PowerPoint</Application>
  <PresentationFormat>Panorámica</PresentationFormat>
  <Paragraphs>23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Alejandro Hernandez</dc:creator>
  <cp:lastModifiedBy>Alejandro Hernandez</cp:lastModifiedBy>
  <cp:revision>1</cp:revision>
  <dcterms:created xsi:type="dcterms:W3CDTF">2025-11-03T22:59:12Z</dcterms:created>
  <dcterms:modified xsi:type="dcterms:W3CDTF">2025-11-03T23:19:24Z</dcterms:modified>
</cp:coreProperties>
</file>